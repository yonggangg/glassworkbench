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SWIR TRIPLET LENS DESIGN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040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Athermalized, Petzval-Flat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1550 nm Triplet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glass-triplet power synthesis, filtered to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 &amp; polish glasses only -- v2, updated IR-glass pricing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1480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1720" y="47091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F/2.7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31720" y="51480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47091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 mm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23360" y="51480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APERTURE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5000" y="47091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6061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715000" y="51480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•  Prepared for Yonggang  •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governing physics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3F5FB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6733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9385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1550 nm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48840" y="1554480"/>
            <a:ext cx="3429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wavelength (SWIR / telecom band)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596896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3F5F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7157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98094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148840" y="2596896"/>
            <a:ext cx="3429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focal length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39312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3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75818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F/#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4023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148840" y="3639312"/>
            <a:ext cx="3429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F-number -&gt; 33.3 mm clear aperture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681728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3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800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506577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6061-T6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148840" y="4681728"/>
            <a:ext cx="3429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= 23.6 ppm/K, sets the athermal target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1554480"/>
            <a:ext cx="5742432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7830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only two hard constraints fit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331720"/>
            <a:ext cx="5120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gives index at a single wavelength (1550 nm) -- no dispersion / Abbe data.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classic achromatic-athermal 3-equation solve (color + thermal + power) isn't possible -- there's nothing to correct chromatically against.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we use the three equations the data does support: power sum, athermal (housing-tracking focus), and Petzval sum (flat field) -- exactly 3 equations for 3 unknowns per glass triplet.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|  Athermalized 1550 nm Triplet Lens Synthesis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paraxial equations, solved in closed 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triplet, normalized element powers yᵢ = φᵢ/φtotal give a fully-determined 3×3 linear system -- one exact solution per glass combination.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29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2677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yᵢ = 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23360" y="1828800"/>
            <a:ext cx="7498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overall EFL (90 mm).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015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Athermal condition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6393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yᵢ·ψᵢ = −α(Al)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023360" y="3200400"/>
            <a:ext cx="7498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focus shift tracks the aluminum housing's thermal growth, so image stays on the detector across temperature.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7731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773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709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Petzval condition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0109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yᵢ / nᵢ = 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023360" y="4572000"/>
            <a:ext cx="7498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field-curvature driver to exactly zero -- a genuinely flat field, not a compromise.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ψᵢ = (dn/dT)rel,ᵢ /(nᵢ−1)  −  CTEᵢ   (thermo-optic coefficient, 1/K)      •      α(Al 6061) = 23.6×10⁻⁶/K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|  Athermalized 1550 nm Triplet Lens Synthesis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Brute-force search, filtered to a grind &amp; polish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270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eligible (grind &amp; polish)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5270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4.15M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310128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triplets, C(293,3)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5270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053328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NumPy solve 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0" y="1371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5270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300,363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796528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well-conditioned &amp; bounded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ranking rules applied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107899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filter (new): exclude all D- and P- prefixed glasses -- these families are formulated for precision molding, not conventional grind &amp; polish. Cuts 373 → 296 glasses.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excludes the exotic IR crystals (Silicon, ZnS, ZnSe) as before; C79-80 stays in -- it's fused silica (JGS1-equivalent), a standard grind &amp; polish material. Net: 293 glasses.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filter: τ(10mm, 1550nm) ≥ 0.97 (this catalog is uniformly low-loss -- no glasses cut here).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Well-conditioning + practicality bound: reject near-singular 3×3 systems and any solution needing |yᵢ| &gt; 8 (unrealistic element curvature).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Ranking: RMS normalized power ascending -- lower means gentler, more balanced element curvatures: better manufacturability, lower tolerance sensitivity.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608076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F3F5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IR-glass prices updated this pass: Silicon $500→$1,500, ZnS $500→$250. A full-catalog reference run (unfiltered) is included alongside for comparison.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|  Athermalized 1550 nm Triplet Lens Synthesis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grind &amp; polish triplets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RMS normalized power  •  EFL 90 mm, F/2.7, Al 6061 housing  •  no D-/P- (molding) glass  •  updated IR-glass prices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3246120"/>
        </p:xfrm>
        <a:graphic>
          <a:graphicData uri="http://schemas.openxmlformats.org/drawingml/2006/table">
            <a:tbl>
              <a:tblPr/>
              <a:tblGrid>
                <a:gridCol w="502920"/>
                <a:gridCol w="1691640"/>
                <a:gridCol w="1691640"/>
                <a:gridCol w="1737360"/>
                <a:gridCol w="960120"/>
                <a:gridCol w="960120"/>
                <a:gridCol w="960120"/>
                <a:gridCol w="1143000"/>
                <a:gridCol w="1600200"/>
              </a:tblGrid>
              <a:tr h="4057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 pwr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Rel.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H-FK95N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H-ZLaF96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C79-80 (JGS1)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H-FK71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H-ZLaF96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C79-80 (JGS1)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H-ZLaF96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N-FK58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C79-80 (JGS1)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H-ZLaF96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H-QK30GTi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C79-80 (JGS1)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H-FK61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H-ZLaF96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C79-80 (JGS1)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+3.731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H-FK61B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H-ZLaF96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C79-80 (JGS1)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+3.735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H-QK1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H-ZLaF96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C79-80 (JGS1)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-1.971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candidates satisfy thermal and Petzval residuals of ~1e-16 or smaller -- exact solutions, not approximations.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55321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6509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#1  —  H-FK95N / H-ZLaF96 / C79-80 (JGS1 fused silica)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6016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 power and lowest price ($316) of the grind &amp; polish set -- essentially the same performance as the prior molded-glass pick, with D-FK95-25 swapped for its melt-glass twin H-FK95N (n differs by &lt;0.0003).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|  Athermalized 1550 nm Triplet Lens Synthesis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triplet -- notional layout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spacing is illustrative, not to scale -- axial thicknesses/gaps are set in the next design pass.</a:t>
            </a:r>
            <a:endParaRPr lang="en-US" sz="1200" dirty="0"/>
          </a:p>
        </p:txBody>
      </p:sp>
      <p:pic>
        <p:nvPicPr>
          <p:cNvPr id="5" name="Image 0" descr="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636" y="1645920"/>
            <a:ext cx="104896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|  Athermalized 1550 nm Triplet Lens Synthesis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balance vs. price -- 300,363 feasible triplets</a:t>
            </a:r>
            <a:endParaRPr lang="en-US" sz="2700" dirty="0"/>
          </a:p>
        </p:txBody>
      </p:sp>
      <p:pic>
        <p:nvPicPr>
          <p:cNvPr id="4" name="Image 0" descr="tradespace_conventional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9138" y="1325880"/>
            <a:ext cx="6450676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top 20 (blue) sit on the lower envelope of RMS power across the full feasible population (gray) -- confirming they are genuinely the best-balanced designs, not an artifact of the ranking formula.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|  Athermalized 1550 nm Triplet Lens Synthesis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15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--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comes next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thin-lens power synthesis: it fixes the element power distribution that exactly satisfies athermalization and zero Petzval sum. It does not yet fix bendings, thicknesses, or spacing.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0" y="960120"/>
            <a:ext cx="128016" cy="128016"/>
          </a:xfrm>
          <a:prstGeom prst="ellipse">
            <a:avLst/>
          </a:prstGeom>
          <a:solidFill>
            <a:srgbClr val="E1523D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8046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aberration &amp; coma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170432"/>
            <a:ext cx="6629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constrained by these 3 equations -- still need element bending (shape factor) optimization at F/2.7.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194560"/>
            <a:ext cx="128016" cy="128016"/>
          </a:xfrm>
          <a:prstGeom prst="ellipse">
            <a:avLst/>
          </a:prstGeom>
          <a:solidFill>
            <a:srgbClr val="E1523D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03911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lens prescription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2404872"/>
            <a:ext cx="6629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Radii, thicknesses, air gaps, and edge/center thickness for manufacturability remain to be set.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429000"/>
            <a:ext cx="128016" cy="128016"/>
          </a:xfrm>
          <a:prstGeom prst="ellipse">
            <a:avLst/>
          </a:prstGeom>
          <a:solidFill>
            <a:srgbClr val="E1523D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327355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Ray-trace verification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3639312"/>
            <a:ext cx="6629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loading the top candidate into Zemax OpticStudio to verify MTF, real thermal defocus, and distortion.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4663440"/>
            <a:ext cx="128016" cy="128016"/>
          </a:xfrm>
          <a:prstGeom prst="ellipse">
            <a:avLst/>
          </a:prstGeom>
          <a:solidFill>
            <a:srgbClr val="E1523D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450799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Zemax MCP available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4873752"/>
            <a:ext cx="6629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Zemax connection was detected in this session -- happy to build and verify this design on request.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|  Athermalized 1550 nm Triplet Lens Synthesis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2026-08-19T18:35:37Z</dcterms:created>
  <dcterms:modified xsi:type="dcterms:W3CDTF">2026-08-19T18:35:37Z</dcterms:modified>
</cp:coreProperties>
</file>